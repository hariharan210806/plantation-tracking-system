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62130"/>
                </a:solidFill>
              </a:defRPr>
            </a:pPr>
            <a:r>
              <a:t>WASTE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1976D2"/>
                </a:solidFill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555F69"/>
                </a:solidFill>
              </a:defRPr>
            </a:pPr>
            <a:r>
              <a:t>Smart waste collection • Segregation • Tracking • Disposal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62130"/>
                </a:solidFill>
                <a:latin typeface="Aptos"/>
              </a:defRPr>
            </a:pPr>
            <a:r>
              <a:t>Digital platform to manage waste collection from reporting to disposal.</a:t>
            </a:r>
          </a:p>
          <a:p>
            <a:pPr>
              <a:spcAft>
                <a:spcPts val="1100"/>
              </a:spcAft>
              <a:defRPr sz="2000">
                <a:solidFill>
                  <a:srgbClr val="162130"/>
                </a:solidFill>
                <a:latin typeface="Aptos"/>
              </a:defRPr>
            </a:pPr>
            <a:r>
              <a:t>Connects citizens, administrators and waste collectors through one system.</a:t>
            </a:r>
          </a:p>
          <a:p>
            <a:pPr>
              <a:spcAft>
                <a:spcPts val="1100"/>
              </a:spcAft>
              <a:defRPr sz="2000">
                <a:solidFill>
                  <a:srgbClr val="162130"/>
                </a:solidFill>
                <a:latin typeface="Aptos"/>
              </a:defRPr>
            </a:pPr>
            <a:r>
              <a:t>Stores requests, collection status, waste categories and disposal records.</a:t>
            </a:r>
          </a:p>
          <a:p>
            <a:pPr>
              <a:spcAft>
                <a:spcPts val="1100"/>
              </a:spcAft>
              <a:defRPr sz="2000">
                <a:solidFill>
                  <a:srgbClr val="162130"/>
                </a:solidFill>
                <a:latin typeface="Aptos"/>
              </a:defRPr>
            </a:pPr>
            <a:r>
              <a:t>Provides transparent tracking and reduces dependence on manual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Problem Statement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63039"/>
            <a:ext cx="4928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C62828"/>
                </a:solidFill>
              </a:defRPr>
            </a:pPr>
            <a:r>
              <a:t>Existing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56231"/>
            <a:ext cx="49286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• Irregular waste collection</a:t>
            </a:r>
            <a:br/>
            <a:r>
              <a:t>• Improper segregation</a:t>
            </a:r>
            <a:br/>
            <a:r>
              <a:t>• Manual record maintenance</a:t>
            </a:r>
            <a:br/>
            <a:r>
              <a:t>• Difficult complaint tracking</a:t>
            </a:r>
            <a:br/>
            <a:r>
              <a:t>• Limited monitoring of collectors</a:t>
            </a:r>
            <a:br/>
            <a:r>
              <a:t>• Inefficient disposal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39"/>
            <a:ext cx="4928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56231"/>
            <a:ext cx="49286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A centralized digital system that lets users report waste, enables admins to assign collection tasks, and allows collectors to update status until the waste reaches segregation and disposal.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Product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Provide an easy platform to report waste.</a:t>
            </a:r>
          </a:p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Track waste collection requests and their status.</a:t>
            </a:r>
          </a:p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Maintain user, collector and waste records digitally.</a:t>
            </a:r>
          </a:p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Assign collection tasks and monitor completion.</a:t>
            </a:r>
          </a:p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Support waste categorization and segregation.</a:t>
            </a:r>
          </a:p>
          <a:p>
            <a:pPr>
              <a:spcAft>
                <a:spcPts val="1100"/>
              </a:spcAft>
              <a:defRPr sz="1900">
                <a:solidFill>
                  <a:srgbClr val="162130"/>
                </a:solidFill>
                <a:latin typeface="Aptos"/>
              </a:defRPr>
            </a:pPr>
            <a:r>
              <a:t>Improve transparency, efficiency and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System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2322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User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64792"/>
            <a:ext cx="23225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Register / Login</a:t>
            </a:r>
            <a:br/>
            <a:r>
              <a:t>Report waste</a:t>
            </a:r>
            <a:br/>
            <a:r>
              <a:t>Track request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23444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371600"/>
            <a:ext cx="2322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Admin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1764792"/>
            <a:ext cx="23225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Manage users</a:t>
            </a:r>
            <a:br/>
            <a:r>
              <a:t>Verify requests</a:t>
            </a:r>
            <a:br/>
            <a:r>
              <a:t>Assign collectors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71600"/>
            <a:ext cx="2322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Collector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64792"/>
            <a:ext cx="23225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View assignments</a:t>
            </a:r>
            <a:br/>
            <a:r>
              <a:t>Collect waste</a:t>
            </a:r>
            <a:br/>
            <a:r>
              <a:t>Update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234440"/>
            <a:ext cx="2286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2" y="1371600"/>
            <a:ext cx="1956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Waste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312" y="1764792"/>
            <a:ext cx="1956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Category</a:t>
            </a:r>
            <a:br/>
            <a:r>
              <a:t>Segregation</a:t>
            </a:r>
            <a:br/>
            <a:r>
              <a:t>Recycling / Disposal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657600"/>
            <a:ext cx="795527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3794760"/>
            <a:ext cx="7626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Core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4187952"/>
            <a:ext cx="7626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Report → Verify → Assign → Collect → Segregate → Dispose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User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30552" y="2615184"/>
            <a:ext cx="347472" cy="41148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96312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Admin Verifies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2504" y="2615184"/>
            <a:ext cx="347472" cy="41148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8264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Collector Assigned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4456" y="2615184"/>
            <a:ext cx="347472" cy="41148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0216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Waste Collected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36408" y="2615184"/>
            <a:ext cx="347472" cy="41148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2168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Segregate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8360" y="2615184"/>
            <a:ext cx="347472" cy="41148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04120" y="2286000"/>
            <a:ext cx="150876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130"/>
                </a:solidFill>
              </a:defRPr>
            </a:pPr>
            <a:r>
              <a:t>Recycle / Dispose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Every request is traceable from reporting to final processing.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55448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WASTE_REQUEST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749039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WASTE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749039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749039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130"/>
                </a:solidFill>
              </a:defRPr>
            </a:pPr>
            <a:r>
              <a:t>DISPOSAL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938528"/>
            <a:ext cx="1097280" cy="0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77840" y="1938528"/>
            <a:ext cx="1737360" cy="0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2331720"/>
            <a:ext cx="0" cy="1417319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4133087"/>
            <a:ext cx="1737360" cy="0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331720"/>
            <a:ext cx="822960" cy="1417319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4133087"/>
            <a:ext cx="274320" cy="0"/>
          </a:xfrm>
          <a:prstGeom prst="line">
            <a:avLst/>
          </a:prstGeom>
          <a:ln w="2540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983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F69"/>
                </a:solidFill>
              </a:defRPr>
            </a:pPr>
            <a:r>
              <a:t>Key relationships: User creates Request • Request is assigned to Collector • Request contains Waste • Waste has Category • Waste has Disposal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25880"/>
            <a:ext cx="8503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35607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76D2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35607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62130"/>
                </a:solidFill>
              </a:defRPr>
            </a:pPr>
            <a:r>
              <a:t>Web / Mobile UI</a:t>
            </a:r>
            <a:br/>
            <a:r>
              <a:t>User • Admin • Collector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06440" y="2350008"/>
            <a:ext cx="548640" cy="347472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788920"/>
            <a:ext cx="8503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8986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76D2"/>
                </a:solidFill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98648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62130"/>
                </a:solidFill>
              </a:defRPr>
            </a:pPr>
            <a:r>
              <a:t>REST API</a:t>
            </a:r>
            <a:br/>
            <a:r>
              <a:t>Authentication • Validation • Business Logic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3813048"/>
            <a:ext cx="548640" cy="347472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4251960"/>
            <a:ext cx="8503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36168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76D2"/>
                </a:solidFill>
              </a:defRPr>
            </a:pPr>
            <a: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61688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62130"/>
                </a:solidFill>
              </a:defRPr>
            </a:pPr>
            <a:r>
              <a:t>MySQL</a:t>
            </a:r>
            <a:br/>
            <a:r>
              <a:t>Users • Requests • Waste • Categories • Disposal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Technology Stack &amp;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17319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Frontend: HTML, CSS, JavaScript / React</a:t>
            </a:r>
            <a:br/>
            <a:r>
              <a:t>Backend: Java + Spring Boot / REST API</a:t>
            </a:r>
            <a:br/>
            <a:r>
              <a:t>Database: MySQL</a:t>
            </a:r>
            <a:br/>
            <a:r>
              <a:t>Testing: Postman</a:t>
            </a:r>
            <a:br/>
            <a:r>
              <a:t>Development: VS Code / IntelliJ IDEA</a:t>
            </a:r>
            <a:br/>
            <a:r>
              <a:t>Version Control: Git /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19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Key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• Reduces manual work</a:t>
            </a:r>
            <a:br/>
            <a:r>
              <a:t>• Faster complaint handling</a:t>
            </a:r>
            <a:br/>
            <a:r>
              <a:t>• Centralized data</a:t>
            </a:r>
            <a:br/>
            <a:r>
              <a:t>• Better monitoring</a:t>
            </a:r>
            <a:br/>
            <a:r>
              <a:t>• Easy status tracking</a:t>
            </a:r>
            <a:br/>
            <a:r>
              <a:t>• Improved segregation and disposal</a:t>
            </a:r>
            <a:br/>
            <a:r>
              <a:t>• Scalable for future smart-city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0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17319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10512"/>
            <a:ext cx="4882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The Waste Management System provides a structured digital solution for collection, tracking, segregation and disposal.</a:t>
            </a:r>
            <a:br/>
            <a:br/>
            <a:r>
              <a:t>It improves transparency, coordination and operational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19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76D2"/>
                </a:solidFill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2130"/>
                </a:solidFill>
              </a:defRPr>
            </a:pPr>
            <a:r>
              <a:t>• IoT-based smart dustbins</a:t>
            </a:r>
            <a:br/>
            <a:r>
              <a:t>• GPS-based collector tracking</a:t>
            </a:r>
            <a:br/>
            <a:r>
              <a:t>• AI waste classification</a:t>
            </a:r>
            <a:br/>
            <a:r>
              <a:t>• Route optimization</a:t>
            </a:r>
            <a:br/>
            <a:r>
              <a:t>• Mobile application</a:t>
            </a:r>
            <a:br/>
            <a:r>
              <a:t>• Analytics and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8064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976D2"/>
                </a:solidFill>
              </a:defRPr>
            </a:pPr>
            <a:r>
              <a:t>THANK YOU  • 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F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